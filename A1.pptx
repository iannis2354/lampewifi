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png" ContentType="image/png"/>
  <Default Extension="jpg" ContentType="image/jpeg"/>
  <Default Extension="ico" ContentType="image/ico"/>
  <Default Extension="tif" ContentType="image/tiff"/>
  <Default Extension="tiff" ContentType="image/tiff"/>
  <Default Extension="bmp" ContentType="image/bmp"/>
  <Default Extension="emf" ContentType="image/emf"/>
  <Default Extension="wmf" ContentType="image/wmf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784" y="-1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057C1-56DA-498A-A6EF-2A5019710084}" type="datetimeFigureOut">
              <a:rPr lang="en-US" smtClean="0"/>
              <a:t>
								3/24/2008 
								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
								Click to edit Master text styles 
								</a:t>
            </a:r>
          </a:p>
          <a:p>
            <a:pPr lvl="1"/>
            <a:r>
              <a:rPr lang="en-US" smtClean="0"/>
              <a:t>
								Second level 
								</a:t>
            </a:r>
          </a:p>
          <a:p>
            <a:pPr lvl="2"/>
            <a:r>
              <a:rPr lang="en-US" smtClean="0"/>
              <a:t>
								Third level 
								</a:t>
            </a:r>
          </a:p>
          <a:p>
            <a:pPr lvl="3"/>
            <a:r>
              <a:rPr lang="en-US" smtClean="0"/>
              <a:t>
								Fourth level 
								</a:t>
            </a:r>
          </a:p>
          <a:p>
            <a:pPr lvl="4"/>
            <a:r>
              <a:rPr lang="en-US" smtClean="0"/>
              <a:t>
								Fifth level 
								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5E0C3-80C2-4ECD-858C-FC537B20FBAD}" type="slidenum">
              <a:rPr lang="en-US" smtClean="0"/>
              <a:t>
								‹#› 
                                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5E0C3-80C2-4ECD-858C-FC537B20FBA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</Relationships>

</file>

<file path=ppt/slideLayouts/_rels/slideLayout1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da-DK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FEE135-E275-974B-AA40-639A48E864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886AE1-7440-2E45-979F-41B502D20A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6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22385-ED95-B04E-BB26-4257BCFD79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5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DE7161-EAAD-A54D-A34F-08E395F9C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9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ACD36-8EBD-4244-A55D-0C7424B04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5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C6B94-EF27-494C-B0B9-804B0E192EF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3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0C8B5-F8DE-9043-820A-1478DD08A98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0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43E082-009C-1543-82D6-F489FA5F4E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0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da-DK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45CB0A-44F8-7843-90CB-632F752B38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99922C-2DD5-6240-9176-11309B5CF6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4450"/>
            <a:ext cx="2057400" cy="58943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019800" cy="58943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1AC046-C336-3B4F-9C4D-886EBBAF96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74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View Branch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 xmlns:a="http://schemas.openxmlformats.org/drawingml/2006/main">
            <a:off x="457200" y="4445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Left body"/>
          <p:cNvSpPr>
            <a:spLocks noGrp="1"/>
          </p:cNvSpPr>
          <p:nvPr>
            <p:ph type="body" idx="1"/>
          </p:nvPr>
        </p:nvSpPr>
        <p:spPr>
          <a:xfrm>
            <a:off x="457200" y="1414801"/>
            <a:ext cx="3985200" cy="3442960"/>
          </a:xfrm>
        </p:spPr>
        <p:txBody>
          <a:bodyPr/>
          <a:lstStyle>
            <!--
            <a:lvl1pPr>
              <a:buFontTx/>
              <a:buNone/>
              <a:defRPr/>
            </a:lvl1pPr>
			-->
          </a:lstStyle>
          <a:p>
            <a:pPr lvl="0"/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body" sz="quarter" idx="3"/>
          </p:nvPr>
        </p:nvSpPr>
        <p:spPr>
          <a:xfrm>
            <a:off x="500034" y="5119200"/>
            <a:ext cx="8229600" cy="1595948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Right body"/>
          <p:cNvSpPr>
            <a:spLocks noGrp="1"/>
          </p:cNvSpPr>
          <p:nvPr>
            <p:ph type="pic" sz="quarter" idx="1"/>
          </p:nvPr>
        </p:nvSpPr>
        <p:spPr>
          <a:xfrm>
            <a:off x="4705200" y="1414800"/>
            <a:ext cx="3985200" cy="34416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ight body"/>
          <p:cNvSpPr>
            <a:spLocks noGrp="1"/>
          </p:cNvSpPr>
          <p:nvPr>
            <p:ph type="body" idx="2"/>
          </p:nvPr>
        </p:nvSpPr>
        <p:spPr>
          <a:xfrm>
            <a:off x="4705200" y="1414801"/>
            <a:ext cx="3985200" cy="3442960"/>
          </a:xfrm>
        </p:spPr>
        <p:txBody>
          <a:bodyPr/>
          <a:lstStyle>
    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View Bran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 xmlns:a="http://schemas.openxmlformats.org/drawingml/2006/main">
            <a:off x="457200" y="4445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Left bod"/>
          <p:cNvSpPr>
            <a:spLocks noGrp="1"/>
          </p:cNvSpPr>
          <p:nvPr>
            <p:ph type="body" idx="1"/>
          </p:nvPr>
        </p:nvSpPr>
        <p:spPr>
          <a:xfrm>
            <a:off x="457200" y="1414801"/>
            <a:ext cx="3985200" cy="3442960"/>
          </a:xfrm>
        </p:spPr>
        <p:txBody>
          <a:bodyPr/>
          <a:lstStyle>
            <!--
            <a:lvl1pPr>
              <a:buFontTx/>
              <a:buNone/>
              <a:defRPr/>
            </a:lvl1pPr>
			-->
          </a:lstStyle>
          <a:p>
            <a:pPr lvl="0"/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body" sz="quarter" idx="3"/>
          </p:nvPr>
        </p:nvSpPr>
        <p:spPr>
          <a:xfrm>
            <a:off x="500034" y="5119200"/>
            <a:ext cx="8229600" cy="1595948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Right body"/>
          <p:cNvSpPr>
            <a:spLocks noGrp="1"/>
          </p:cNvSpPr>
          <p:nvPr>
            <p:ph type="body" idx="2"/>
          </p:nvPr>
        </p:nvSpPr>
        <p:spPr>
          <a:xfrm>
            <a:off x="4705200" y="1414800"/>
            <a:ext cx="3985200" cy="344296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View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 xmlns:a="http://schemas.openxmlformats.org/drawingml/2006/main">
            <a:off x="457200" y="4445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OM map preview"/>
          <p:cNvSpPr>
            <a:spLocks noGrp="1"/>
          </p:cNvSpPr>
          <p:nvPr>
            <p:ph type="pic" sz="quarter" idx="1"/>
          </p:nvPr>
        </p:nvSpPr>
        <p:spPr>
          <a:xfrm>
            <a:off x="457200" y="1414800"/>
            <a:ext cx="8229600" cy="5228910"/>
          </a:xfrm>
        </p:spPr>
        <p:txBody>
          <a:bodyPr/>
          <a:lstStyle>
            <!--
            <a:lvl1pPr>
              <a:buFontTx/>
              <a:buNone/>
              <a:defRPr/>
            </a:lvl1pPr>
			-->
          </a:lstStyle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4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28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5E45036-E562-804B-BC55-A1D875BD41F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</p:sldLayoutIdLst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  <a:ea typeface="ＭＳ Ｐゴシック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  <a:ea typeface="ＭＳ Ｐゴシック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  <a:ea typeface="ＭＳ Ｐゴシック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_OM_mindmap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01" name="Map preview title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pPr marL="0" indent="0">
              <a:buNone/>
            </a:pPr>
            <a:r>
              <a:t xml:space="preserve">Lampe WIFI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102" name="OM__map__preview" descr="Map preview" title="Map preview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4800"/>
            <a:ext cx="8229600" cy="3063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BCBBA591-153E-F69E-38DE-019B223F0B86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Lampe WIFI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Materiel</a:t>
            </a:r>
          </a:p>
          <a:p>
            <a:r>
              <a:t>Contrainte</a:t>
            </a:r>
          </a:p>
          <a:p>
            <a:r>
              <a:t>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C161BCF9-0622-8767-43D9-019B2266AC21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Materiel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WIFI</a:t>
            </a:r>
          </a:p>
          <a:p>
            <a:r>
              <a:t>Lampe LED</a:t>
            </a:r>
          </a:p>
          <a:p>
            <a:r>
              <a:t>Alimentation</a:t>
            </a:r>
          </a:p>
          <a:p>
            <a:r>
              <a:t>Bread Board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E7D2E551-3469-219A-0073-019B226820D3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WIFI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Module Wifi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CE2218D2-EF6E-393A-C946-019B226820D3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Wifi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Arduino WIFI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418E0FE4-6B9B-E83C-217D-019B226B51A9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WIFI ?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1A2A3583-D447-D7F5-64F9-019B226820D3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Lampe LED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52E884B2-E894-1DD2-3870-019B226820D3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Alimentation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BFF1F21B-E00A-113A-2F44-019B2268FC49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Bread Board ?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799818D3-6236-3562-C4A7-019B2266D341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Contrainte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WIFI</a:t>
            </a:r>
          </a:p>
          <a:p>
            <a:r>
              <a:t>interface IHM</a:t>
            </a:r>
          </a:p>
          <a:p>
            <a:r>
              <a:t>La lampe doit être contrôler a distance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19DBA161-A3BC-5A84-7A7A-019B226700C5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WIFI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En C++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7214E5E7-55DD-6432-CCF6-019B226700C5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C++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C158CA0F-7201-26E5-3869-019B22675F6C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IHM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En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342B9147-62C6-D379-E884-019B22675F6D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python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2CAC4984-3DA6-B885-F187-019B226D6659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lampe doit être contrôler a distance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0BB70511-3A11-4004-74C8-019B226A0129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Temps</a:t>
            </a:r>
            <a:endParaRPr lang="en-US" dirty="0"/>
          </a:p>
        </p:txBody>
      </p:sp>
      <p:sp>
        <p:nvSpPr>
          <p:cNvPr id="3" name="_OM_BulletList_"/>
          <p:cNvSpPr>
            <a:spLocks noGrp="1"/>
          </p:cNvSpPr>
          <p:nvPr>
            <p:ph type="body" idx="1"/>
          </p:nvPr>
        </p:nvSpPr>
        <p:spPr/>
        <p:txBody>
          <a:bodyPr>
            <a:normAutofit fontScale="100000" lnSpcReduction="20000"/>
          </a:bodyPr>
          <a:lstStyle/>
          <a:p>
            <a:r>
              <a:t>Voir diagramme de Gantt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{{A26BC11E-A244-C977-8277-019B226A1B21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Voir diagramme de Gantt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06599"/>
      </a:dk2>
      <a:lt2>
        <a:srgbClr val="808080"/>
      </a:lt2>
      <a:accent1>
        <a:srgbClr val="5DC9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B6E1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4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FDEC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EF4CA"/>
        </a:accent5>
        <a:accent6>
          <a:srgbClr val="E7B900"/>
        </a:accent6>
        <a:hlink>
          <a:srgbClr val="9900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5">
        <a:dk1>
          <a:srgbClr val="000000"/>
        </a:dk1>
        <a:lt1>
          <a:srgbClr val="FFFFFF"/>
        </a:lt1>
        <a:dk2>
          <a:srgbClr val="FFFFFF"/>
        </a:dk2>
        <a:lt2>
          <a:srgbClr val="969696"/>
        </a:lt2>
        <a:accent1>
          <a:srgbClr val="FDEC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EF4CA"/>
        </a:accent5>
        <a:accent6>
          <a:srgbClr val="E7B900"/>
        </a:accent6>
        <a:hlink>
          <a:srgbClr val="9900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6">
        <a:dk1>
          <a:srgbClr val="000000"/>
        </a:dk1>
        <a:lt1>
          <a:srgbClr val="FFFFFF"/>
        </a:lt1>
        <a:dk2>
          <a:srgbClr val="FFFFFF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FFFFFF"/>
        </a:accent3>
        <a:accent4>
          <a:srgbClr val="000000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06599"/>
      </a:dk2>
      <a:lt2>
        <a:srgbClr val="808080"/>
      </a:lt2>
      <a:accent1>
        <a:srgbClr val="5DC9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B6E1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4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FDEC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EF4CA"/>
        </a:accent5>
        <a:accent6>
          <a:srgbClr val="E7B900"/>
        </a:accent6>
        <a:hlink>
          <a:srgbClr val="9900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5">
        <a:dk1>
          <a:srgbClr val="000000"/>
        </a:dk1>
        <a:lt1>
          <a:srgbClr val="FFFFFF"/>
        </a:lt1>
        <a:dk2>
          <a:srgbClr val="FFFFFF"/>
        </a:dk2>
        <a:lt2>
          <a:srgbClr val="969696"/>
        </a:lt2>
        <a:accent1>
          <a:srgbClr val="FDEC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EF4CA"/>
        </a:accent5>
        <a:accent6>
          <a:srgbClr val="E7B900"/>
        </a:accent6>
        <a:hlink>
          <a:srgbClr val="9900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6">
        <a:dk1>
          <a:srgbClr val="000000"/>
        </a:dk1>
        <a:lt1>
          <a:srgbClr val="FFFFFF"/>
        </a:lt1>
        <a:dk2>
          <a:srgbClr val="FFFFFF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FFFFFF"/>
        </a:accent3>
        <a:accent4>
          <a:srgbClr val="000000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Arial Black</vt:lpstr>
      <vt:lpstr>Calibri</vt:lpstr>
      <vt:lpstr>Blank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2010-11-10T15:08:28Z</dcterms:created>
  <dcterms:modified xsi:type="dcterms:W3CDTF">2011-08-31T20:55:28Z</dcterms:modified>
  <dc:creator>iannis mahabir</dc:creator>
  <dc:title>Lampe WIFI</dc:title>
  <cp:revision>1</cp:revision>
  <cp:lastModifiedBy>iannis mahabir</cp:lastModifiedBy>
</cp:coreProperties>
</file>